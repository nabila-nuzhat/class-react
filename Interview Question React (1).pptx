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</p:sldIdLst>
  <p:sldSz cy="5143500" cx="9144000"/>
  <p:notesSz cx="6858000" cy="9144000"/>
  <p:embeddedFontLst>
    <p:embeddedFont>
      <p:font typeface="Space Grotesk"/>
      <p:regular r:id="rId97"/>
      <p:bold r:id="rId9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DBE877-EA56-4E50-8FC9-7BBC18411BFC}">
  <a:tblStyle styleId="{45DBE877-EA56-4E50-8FC9-7BBC18411B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font" Target="fonts/SpaceGrotesk-regular.fntdata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8" Type="http://schemas.openxmlformats.org/officeDocument/2006/relationships/font" Target="fonts/SpaceGrotesk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b36bd02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b36bd02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b36bd025a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b36bd025a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b36bd025a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b36bd025a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b36bd025a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b36bd025a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b36bd025a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b36bd025a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b36bd025a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b36bd025a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b36bd025a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b36bd025a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b36bd025a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b36bd025a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b36bd025a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b36bd025a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b36bd025a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b36bd025a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b36bd025a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b36bd025a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b36bd025a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b36bd025a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b36bd025a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b36bd025a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b36bd025a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b36bd025a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b36bd025a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b36bd025a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b36bd025a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b36bd025a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b36bd025a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b36bd025a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b36bd025a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b36bd025a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b36bd025a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b36bd025a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b36bd025a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b36bd025a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b36bd025a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b36bd025a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b36bd025a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b36bd025a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b36bd025a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b36bd025a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b36bd025a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b36bd025a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b36bd025a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b36bd025a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42092e6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42092e6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42092e6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42092e6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42092e68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b42092e68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42092e68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42092e68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42092e68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42092e6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b42092e68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b42092e6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42092e68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b42092e68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42092e68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42092e68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42092e68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b42092e68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42092e68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b42092e68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b42092e68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b42092e68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42092e68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b42092e68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42092e68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b42092e68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2503385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b2503385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b2503385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b2503385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25033859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b25033859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25033859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b25033859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25033859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25033859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25033859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b25033859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25033859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b25033859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25033859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b25033859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25033859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b25033859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25033859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b25033859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25033859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b25033859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b25033859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b25033859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b25033859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b25033859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b25033859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b25033859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b25033859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b25033859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b250338590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b25033859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25033859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b25033859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25033859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b25033859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b25033859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b25033859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b25033859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b25033859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25033859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b25033859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b25033859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b25033859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b25033859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b25033859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b25033859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b25033859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b25033859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b25033859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b25033859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b25033859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25033859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25033859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25033859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b25033859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b25033859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b25033859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25033859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b25033859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25033859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b25033859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b25033859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b25033859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25033859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b25033859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b25033859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b25033859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b25033859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b25033859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25033859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b25033859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250338590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b250338590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250338590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b250338590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250338590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b250338590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b250338590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b25033859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250338590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b250338590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b250338590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b250338590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250338590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b250338590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b250338590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b250338590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250338590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b250338590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250338590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b250338590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b250338590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b250338590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b250338590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b250338590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b250338590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b250338590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250338590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b250338590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250338590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b250338590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b250338590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b250338590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55" name="Google Shape;55;p13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56" name="Google Shape;56;p13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64" name="Google Shape;64;p13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71" name="Google Shape;71;p13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72" name="Google Shape;72;p13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কী?</a:t>
            </a:r>
            <a:endParaRPr sz="5000"/>
          </a:p>
        </p:txBody>
      </p:sp>
      <p:sp>
        <p:nvSpPr>
          <p:cNvPr id="84" name="Google Shape;84;p14"/>
          <p:cNvSpPr txBox="1"/>
          <p:nvPr/>
        </p:nvSpPr>
        <p:spPr>
          <a:xfrm>
            <a:off x="497850" y="1282000"/>
            <a:ext cx="7903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হলো একটি JavaScript library যা user interface (UI) তৈরির জন্য ব্যবহার হয়, বিশেষ করে single-page applications (SPA) এর জন্য। এটি component-based architecture ব্যবহার করে এবং Virtual DOM এর মাধ্যমে fast rendering নিশ্চিত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Developed by Facebook (Meta)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Component-based → UI ছোট ছোট reusable parts এ ভাগ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Uses Virtual DOM → performance fast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One-way data flow → debugging সহজ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Used for building dynamic &amp; scalable web apps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কেন ব্যবহার করা হয়?</a:t>
            </a:r>
            <a:endParaRPr sz="3900"/>
          </a:p>
        </p:txBody>
      </p:sp>
      <p:sp>
        <p:nvSpPr>
          <p:cNvPr id="90" name="Google Shape;90;p15"/>
          <p:cNvSpPr txBox="1"/>
          <p:nvPr/>
        </p:nvSpPr>
        <p:spPr>
          <a:xfrm>
            <a:off x="497850" y="1282000"/>
            <a:ext cx="79032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ব্যবহার করা হয় fast, scalable এবং maintainable user interface তৈরি করার জন্য, বিশেষ করে large single-page applications (SPA) এর ক্ষেত্রে।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Reasons: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Component-based architecture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UI ছোট ছোট reusable components এ ভাগ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Virtual DOM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 DOM এর বদলে Virtual DOM update করে → rendering fast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One-way data flow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predictable থাকে → debugging সহজ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Reusable code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একই component বারবার ব্যবহার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Strong ecosystem &amp; community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Huge library support, React Router, Redux, etc.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SPA কী?</a:t>
            </a:r>
            <a:endParaRPr sz="3900"/>
          </a:p>
        </p:txBody>
      </p:sp>
      <p:sp>
        <p:nvSpPr>
          <p:cNvPr id="96" name="Google Shape;96;p16"/>
          <p:cNvSpPr txBox="1"/>
          <p:nvPr/>
        </p:nvSpPr>
        <p:spPr>
          <a:xfrm>
            <a:off x="497850" y="1282000"/>
            <a:ext cx="790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SPA (Single Page Application) হলো এমন একটি web application যেখানে পুরো page একবার load হয়, এরপর user interaction অনুযায়ী শুধুমাত্র প্রয়োজনীয় অংশ update হয় — নতুন করে পুরো page reload হয় না।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Initial load একবারই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এরপর সব navigation ও UI update JavaScript দিয়ে dynamically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Fast user experience → no full page reload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React, Angular, Vue দিয়ে SPA তৈরি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Example: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Facebook, Gmail, YouTube web app — এগুলো SPA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4" type="title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vs Vanilla JS</a:t>
            </a:r>
            <a:endParaRPr sz="3900"/>
          </a:p>
        </p:txBody>
      </p:sp>
      <p:sp>
        <p:nvSpPr>
          <p:cNvPr id="102" name="Google Shape;102;p17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103" name="Google Shape;103;p17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React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Vanilla JavaScript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Architecture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Component-based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DOM manipulation based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DOM Handling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Uses Virtual DOM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Uses Real DOM directly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Performance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Faster for large apps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Slower when DOM updates are frequent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Code Reusability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High (Reusable components)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Low (Manual reuse)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 Management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Built-in state &amp; hooks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Manually manage state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Scalability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Best for large SPA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Hard to scale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Learning Curve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Moderate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Easy for small projects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JSX কী?</a:t>
            </a:r>
            <a:endParaRPr sz="3900"/>
          </a:p>
        </p:txBody>
      </p:sp>
      <p:sp>
        <p:nvSpPr>
          <p:cNvPr id="109" name="Google Shape;109;p18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browser বুঝে না কারণ JSX হলো JavaScript-এর standard syntax না — এটি React-এর একটি syntax extension। Browser শুধু pure JavaScript বোঝে, JSX নয়।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Explanation: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দেখতে HTML-এর মতো হলেও এটি আসলে JavaScript code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তাই Babel বা TypeScript JSX কে convert করে নিচের মতো pure JS এ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Virtual DOM কী?</a:t>
            </a:r>
            <a:endParaRPr sz="3900"/>
          </a:p>
        </p:txBody>
      </p:sp>
      <p:sp>
        <p:nvSpPr>
          <p:cNvPr id="115" name="Google Shape;115;p1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Virtual DOM হলো JavaScript object tree যা Real DOM-এর lightweight copy হিসেবে কাজ করে এবং React এই Virtual DOM ব্যবহার করে efficiently UI update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 DOM manipulate করা slow → তাই React আগে Virtual DOM update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নতুন Virtual DOM এবং পুরনো Virtual DOM compare করে (diffing)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 part change হয়েছে শুধু সেটুকুই Real DOM-এ update করে (reconciliation)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idx="4" type="title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Real DOM vs Virtual DOM</a:t>
            </a:r>
            <a:endParaRPr sz="3900"/>
          </a:p>
        </p:txBody>
      </p:sp>
      <p:sp>
        <p:nvSpPr>
          <p:cNvPr id="121" name="Google Shape;121;p20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122" name="Google Shape;122;p20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Real DOM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Virtual DOM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Browser-এর actual DOM tree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In-memory lightweight JS object copy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Update speed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Slow – whole DOM reflow/repaint হতে পারে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Fast – only changed parts update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Manipulation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Directly browser DOM update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First update Virtual DOM then diff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Performance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Poor for large apps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Optimized for large SPA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 cost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High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Low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element কী?</a:t>
            </a:r>
            <a:endParaRPr sz="3900"/>
          </a:p>
        </p:txBody>
      </p:sp>
      <p:sp>
        <p:nvSpPr>
          <p:cNvPr id="128" name="Google Shape;128;p21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Element হলো একটি plain JavaScript object যা UI-এর একটি node কে represent করে। এটি immutable এবং React এই element দিয়েই Virtual DOM তৈরি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element হচ্ছে UI-এর smallest building block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এটি immutable → তৈরি হওয়ার পর change করা যায়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আসলে React element-এই compile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React component কী?</a:t>
            </a:r>
            <a:endParaRPr sz="3900"/>
          </a:p>
        </p:txBody>
      </p:sp>
      <p:sp>
        <p:nvSpPr>
          <p:cNvPr id="134" name="Google Shape;134;p22"/>
          <p:cNvSpPr txBox="1"/>
          <p:nvPr/>
        </p:nvSpPr>
        <p:spPr>
          <a:xfrm>
            <a:off x="497850" y="1282000"/>
            <a:ext cx="79032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Component হলো একটি reusable JavaScript function বা class যা UI-এর একটি অংশ render করে। Component ব্যবহার করে UI modular এবং maintainable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component হলো building block of UI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দুই ধরনের component: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 → function-based, simple, hooks use করতে পারে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 Component → class-based, state &amp; lifecycle methods ব্যবহার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 props দিয়ে parent থেকে data receive করতে পারে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Props কী?</a:t>
            </a:r>
            <a:endParaRPr sz="3900"/>
          </a:p>
        </p:txBody>
      </p:sp>
      <p:sp>
        <p:nvSpPr>
          <p:cNvPr id="140" name="Google Shape;140;p2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(Properties) হলো React-এর একটি mechanism যা parent component থেকে child component-এ data pass করার জন্য ব্যবহার করা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read-only / immutable → child component data পরিবর্তন করতে পারবে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দিয়ে dynamic rendering possible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হলো function arguments-এর মতো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Props immutable কেন?</a:t>
            </a:r>
            <a:endParaRPr sz="3900"/>
          </a:p>
        </p:txBody>
      </p:sp>
      <p:sp>
        <p:nvSpPr>
          <p:cNvPr id="146" name="Google Shape;146;p2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immutable কারণ child component কে parent থেকে data receive করার সময় শুধু read-only access দেওয়া হয়, যাতে parent component-এর state predictable থাকে এবং UI consistency maintain হয়।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read-only → child cannot modify parent data directly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Immutable props → one-way data flow maintained (Parent → Child)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changes করতে চাইলে callback function বা lifting state up ব্যবহার করা হয়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600"/>
              <a:t>Parent to child data pass কীভাবে হয়?</a:t>
            </a:r>
            <a:endParaRPr sz="36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600"/>
          </a:p>
        </p:txBody>
      </p:sp>
      <p:sp>
        <p:nvSpPr>
          <p:cNvPr id="152" name="Google Shape;152;p2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থেকে Child component-এ data pass করার জন্য Props ব্যবহার করা হয়। Parent component props হিসেবে key-value pair child component-এ পাঠায়।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হলো read-only attributes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component JSX-এ props access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data parent থেকে directly pass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Child থেকে parent এ data পাঠানো যায় কীভাবে?</a:t>
            </a:r>
            <a:endParaRPr sz="3000"/>
          </a:p>
        </p:txBody>
      </p:sp>
      <p:sp>
        <p:nvSpPr>
          <p:cNvPr id="158" name="Google Shape;158;p26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থেকে Parent component-এ data পাঠানোর জন্য Parent একটি callback function props হিসেবে Child-এ pass করে এবং Child সেই function কল করে data পাঠায়।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Props-এর মাধ্যমে function pass করা হয়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function call করে data Parent-এ পাঠায়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maintains unidirectional data flow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Default props কী?</a:t>
            </a:r>
            <a:endParaRPr sz="3000"/>
          </a:p>
        </p:txBody>
      </p:sp>
      <p:sp>
        <p:nvSpPr>
          <p:cNvPr id="164" name="Google Shape;164;p27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Default props হলো এমন props যা React component-এ predefined value হিসেবে set করা থাকে, যদি parent component সেই prop pass না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যদি prop provide না করে → default props use হবে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&amp; Class components দুটিতেই ব্যবহার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component reliability ও fallback behavior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Props drilling কী?</a:t>
            </a:r>
            <a:endParaRPr sz="3000"/>
          </a:p>
        </p:txBody>
      </p:sp>
      <p:sp>
        <p:nvSpPr>
          <p:cNvPr id="170" name="Google Shape;170;p2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drilling হলো একটি scenario যেখানে parent component থেকে data pass করতে হয় deeply nested child component-এ props chain-এর মাধ্যমে, এবং intermediate components শুধুমাত্র data forward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unidirectional → top-to-bottom pass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Deeply nested structure হলে অনেক intermediate component-এ props pass করতে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Complexity বাড়ে → Redux বা Context API দিয়ে solve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Component reusability কী?</a:t>
            </a:r>
            <a:endParaRPr sz="3000"/>
          </a:p>
        </p:txBody>
      </p:sp>
      <p:sp>
        <p:nvSpPr>
          <p:cNvPr id="176" name="Google Shape;176;p2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 reusability হলো React-এর একটি feature যেখানে একই component বিভিন্ন জায়গায় reuse করা যায়, একই UI logic multiple places apply করা সম্ভব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Small, modular, isolated components সহজে reuse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ব্যবহ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া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র করে component behavior customize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Reduces code duplication এবং improves maintainability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idx="4" type="title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400"/>
              <a:t>Controlled vs Uncontrolled component</a:t>
            </a:r>
            <a:endParaRPr sz="34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400"/>
          </a:p>
        </p:txBody>
      </p:sp>
      <p:sp>
        <p:nvSpPr>
          <p:cNvPr id="182" name="Google Shape;182;p30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183" name="Google Shape;183;p30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Controlled Component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Uncontrolled Component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Form input value controlled by React state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Form input value handled by DOM itself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Data Flow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React → input (state drives value)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DOM manages value, React reads via ref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Accessing Value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this.state / useState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ref.current.value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Updates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OnChange handler required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No handler needed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Validation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Easier in React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Harder, requires DOM access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>
            <p:ph idx="4" type="title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400"/>
              <a:t>Stateless vs Stateful component</a:t>
            </a:r>
            <a:endParaRPr sz="3400"/>
          </a:p>
        </p:txBody>
      </p:sp>
      <p:sp>
        <p:nvSpPr>
          <p:cNvPr id="189" name="Google Shape;189;p31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190" name="Google Shape;190;p31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Stateless Component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Stateful Component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 that does not maintain its own state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 that maintains and manages its own state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None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Has state (class) or useState (functional)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Lifecycle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Simple, mostly render only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Can use lifecycle methods/hooks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Re-renders on props change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Re-renders on state or props change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Complexity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Simple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More complex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State কী?</a:t>
            </a:r>
            <a:endParaRPr sz="3000"/>
          </a:p>
        </p:txBody>
      </p:sp>
      <p:sp>
        <p:nvSpPr>
          <p:cNvPr id="196" name="Google Shape;196;p32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হলো একটি JavaScript object যা React component-এর dynamic data বা UI-এর current condition represent করে। Component state change হলে React automatically UI update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mutable এবং component-এর context-specific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 → useState hook দিয়ে manage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 component → this.state এবং this.setState() দিয়ে manage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change হলে component re-render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idx="4" type="title"/>
          </p:nvPr>
        </p:nvSpPr>
        <p:spPr>
          <a:xfrm>
            <a:off x="497850" y="4157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400"/>
              <a:t>Props vs State</a:t>
            </a:r>
            <a:endParaRPr sz="3400"/>
          </a:p>
        </p:txBody>
      </p:sp>
      <p:sp>
        <p:nvSpPr>
          <p:cNvPr id="202" name="Google Shape;202;p33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203" name="Google Shape;203;p33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{45DBE877-EA56-4E50-8FC9-7BBC18411BFC}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Props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Parent থেকে child-এ pass করা read-only data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Component-এর internal, mutable data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Mutability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Immutable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Mutable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0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Who Controls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Parent component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Own component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Re-render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Changes in props trigger re-render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State changes trigger re-render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Usage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Dynamic data from parent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Data that can change within component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setState async কেন?</a:t>
            </a:r>
            <a:endParaRPr sz="3000"/>
          </a:p>
        </p:txBody>
      </p:sp>
      <p:sp>
        <p:nvSpPr>
          <p:cNvPr id="209" name="Google Shape;209;p3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setState asynchronous কারণ React performance optimize করতে state updates কে batch করে এবং একসাথে process করে, যাতে multiple state changes একসাথে re-render trigger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Multiple setState calls একসাথে batch করা হয় → performance improve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Directly this.state read করলে immediate update দেখা যায়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Updated state access করতে হলে callback function বা useEffect hook ব্যবহার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State directly update করা যায় না কেন?</a:t>
            </a:r>
            <a:endParaRPr sz="3000"/>
          </a:p>
        </p:txBody>
      </p:sp>
      <p:sp>
        <p:nvSpPr>
          <p:cNvPr id="215" name="Google Shape;215;p3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state directly update করা যায় না কারণ direct mutation করলে UI re-render automatic trigger হবে না এবং React-এর internal state management predictable থাকবে না।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reconciliation &amp; Virtual DOM rely করে setState-এর মাধ্যমে state update-এ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Directly this.state = ... করলে component re-render হয় না → UI inconsistent হতে পারে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Always use this.setState() (class) বা useState setter (functional)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lifecycle phases</a:t>
            </a:r>
            <a:endParaRPr sz="3000"/>
          </a:p>
        </p:txBody>
      </p:sp>
      <p:sp>
        <p:nvSpPr>
          <p:cNvPr id="221" name="Google Shape;221;p36"/>
          <p:cNvSpPr txBox="1"/>
          <p:nvPr/>
        </p:nvSpPr>
        <p:spPr>
          <a:xfrm>
            <a:off x="497850" y="1282000"/>
            <a:ext cx="7903200" cy="24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Lifecycle Phases হলো component-এর জীবনের বিভিন্ন stage যা React manage করে, বিশেষ করে Class Components-এর ক্ষেত্রে।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 Main Phases: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Mounting – Component তৈরি হয়ে DOM-এ insert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Methods: constructor(), static getDerivedStateFromProps(), render(), componentDidMount()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Updating – Component state বা props পরিবর্তনের পর re-render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Methods: static getDerivedStateFromProps(), shouldComponentUpdate(), render(), getSnapshotBeforeUpdate(), componentDidUpdate()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Unmounting – Component DOM থেকে remove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Method: componentWillUnmount()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useEffect কী?</a:t>
            </a:r>
            <a:endParaRPr sz="3000"/>
          </a:p>
        </p:txBody>
      </p:sp>
      <p:sp>
        <p:nvSpPr>
          <p:cNvPr id="227" name="Google Shape;227;p37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useEffect হলো React Hook যা functional component-এ side effects manage করার জন্য ব্যবহার হয়, যেমন API call, DOM manipulation, subscriptions ইত্যাদি।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component-এ lifecycle methods alternative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Runs after rendering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control when to run using dependency array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Supports cleanup function for unmount or dependency change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useEffect dependency array</a:t>
            </a:r>
            <a:endParaRPr sz="3000"/>
          </a:p>
        </p:txBody>
      </p:sp>
      <p:sp>
        <p:nvSpPr>
          <p:cNvPr id="233" name="Google Shape;233;p3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useEffect dependency array হলো একটি array যা নির্ধারণ করে কখন effect function টি execute হবে।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Empty array [] → Effect শুধু mount এর সময় একবার চালায়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array → Effect every render এ run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With dependencies [dep1, dep2] → Effect শুধু তখন run হয় যখন নির্দিষ্ট dependency change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Helps performance optimization এবং unnecessary effect execution কমায়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Hook কী?</a:t>
            </a:r>
            <a:endParaRPr sz="3000"/>
          </a:p>
        </p:txBody>
      </p:sp>
      <p:sp>
        <p:nvSpPr>
          <p:cNvPr id="239" name="Google Shape;239;p3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 হলো React-এর special function যা functional component-এ state, lifecycle ও অন্যান্য React feature ব্যবহার করতে দেয়।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Hooks ছাড়া আগে এগুলো শুধু Class component-এই সম্ভব ছিল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Hooks use দিয়ে শুরু হয় – যেমন: useState, useEffect, useContext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Hooks component-কে stateful ও dynamic করে তোলে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Hooks কেন introduce করা হয়েছে?</a:t>
            </a:r>
            <a:endParaRPr sz="3000"/>
          </a:p>
        </p:txBody>
      </p:sp>
      <p:sp>
        <p:nvSpPr>
          <p:cNvPr id="245" name="Google Shape;245;p40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Hooks introduce করা হয়েছে functional component-এ state ও lifecycle features ব্যবহার করার জন্য এবং class component-এর complexity কমানোর জন্য।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Reasons: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 component-এ this, binding, lifecycle methods complex ছিল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Logic reuse করা কঠিন ছিল (HOC, Render Props messy)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Hooks functional component-কে powerful ও cleaner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useState কী?</a:t>
            </a:r>
            <a:endParaRPr sz="3000"/>
          </a:p>
        </p:txBody>
      </p:sp>
      <p:sp>
        <p:nvSpPr>
          <p:cNvPr id="251" name="Google Shape;251;p41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useState হলো React Hook যা functional component-এ state তৈরি ও update করার জন্য ব্যবহার করা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একটি array → [state, setStateFunction]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setStateFunction দিয়ে state update করলে component re-render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update asynchronous ও batched হতে পারে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useEffect কীভাবে কাজ করে?</a:t>
            </a:r>
            <a:endParaRPr sz="3000"/>
          </a:p>
        </p:txBody>
      </p:sp>
      <p:sp>
        <p:nvSpPr>
          <p:cNvPr id="257" name="Google Shape;257;p42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useEffect component render হওয়ার পরে execute হয় এবং এটি dependency array অনুযায়ী decide করে কখন run করবে। এটি side effects যেমন API call, event listener, timer ইত্যাদি manage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it works (Step by Step):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 render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তারপর useEffect callback run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Dependency change হলে আবার eff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ct run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Cleanup function থাকলে React প্রথমে cleanup run করে তারপর effect আবার execute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useRef কী?</a:t>
            </a:r>
            <a:endParaRPr sz="3000"/>
          </a:p>
        </p:txBody>
      </p:sp>
      <p:sp>
        <p:nvSpPr>
          <p:cNvPr id="263" name="Google Shape;263;p4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useRef হলো React Hook যা component-এর মধ্যে mutable reference তৈরি করতে ব্যবহার হয় এবং এটি update হলেও component re-render হয় না।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useRef returns একটি object → { current: value }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value change করলে component re-render হয়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 element access করতে বেশি ব্যবহৃত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useMemo কী?</a:t>
            </a:r>
            <a:endParaRPr sz="3000"/>
          </a:p>
        </p:txBody>
      </p:sp>
      <p:sp>
        <p:nvSpPr>
          <p:cNvPr id="269" name="Google Shape;269;p4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useMemo হলো React Hook যা expensive calculation এর result memoize করে রাখে, যাতে dependency change না হলে পুনরায় calculation না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optimization এর জন্য ব্যবহৃত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তখনই recompute হয় যখন dependency change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Unnecessary re-render ও heavy calculation কমায়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useCallback কী?</a:t>
            </a:r>
            <a:endParaRPr sz="3000"/>
          </a:p>
        </p:txBody>
      </p:sp>
      <p:sp>
        <p:nvSpPr>
          <p:cNvPr id="275" name="Google Shape;275;p4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useCallback হলো React Hook যা function reference কে memoize করে রাখে, যাতে unnecessary re-render বা re-creation of functions এড়ানো যায়।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component-এ function props পাঠালে re-render issue কমায়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Dependency change না হলে same function reference reuse হয়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optimization এর জন্য ব্যবহার হয়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Custom hook কী?</a:t>
            </a:r>
            <a:endParaRPr sz="3000"/>
          </a:p>
        </p:txBody>
      </p:sp>
      <p:sp>
        <p:nvSpPr>
          <p:cNvPr id="281" name="Google Shape;281;p46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Custom Hook হলো নিজের তৈরি React Hook যা common logic multiple components-এ reuse করার জন্য ব্যবহার করা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Must start with use keyword → e.g. useFetch, useAuth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Contains other hooks like useState, useEffect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Business logic separate করে clean code নিশ্চিত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Hook rules কী?</a:t>
            </a:r>
            <a:endParaRPr sz="3000"/>
          </a:p>
        </p:txBody>
      </p:sp>
      <p:sp>
        <p:nvSpPr>
          <p:cNvPr id="287" name="Google Shape;287;p47"/>
          <p:cNvSpPr txBox="1"/>
          <p:nvPr/>
        </p:nvSpPr>
        <p:spPr>
          <a:xfrm>
            <a:off x="497850" y="1282000"/>
            <a:ext cx="79032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Hooks ব্যবহার করার সময় দুইটি মূল rule follow করতে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call Hooks at the top level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Loop, condition বা nested function-এর ভিতরে Hook ব্যবহার করা যাবে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Always component বা custom hook-এর top level-এ call করতে হবে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call Hooks from React functions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 শুধু React functional component বা Custom Hook-এর ভিতরেই call করা যাবে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Normal JS function বা class-এর ভিতরে নয়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useReducer কী?</a:t>
            </a:r>
            <a:endParaRPr sz="3000"/>
          </a:p>
        </p:txBody>
      </p:sp>
      <p:sp>
        <p:nvSpPr>
          <p:cNvPr id="293" name="Google Shape;293;p4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useReducer হলো React Hook যা complex state logic handle করার জন্য ব্যবহার করা হয়, বিশেষ করে যখন multiple state transitions বা dependent updates থাকে। এটি Redux-এর reducer pattern অনুসরণ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update logic centralized থাকে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useState এর alternative যখন state logic complex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[state, dispatch]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Re-render কখন হয়?</a:t>
            </a:r>
            <a:endParaRPr sz="3000"/>
          </a:p>
        </p:txBody>
      </p:sp>
      <p:sp>
        <p:nvSpPr>
          <p:cNvPr id="299" name="Google Shape;299;p4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component তখন re-render হয় যখন তার state বা props পরিবর্তন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change → useState বা this.setState() call করলে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change → parent থেকে child-এ নতুন props pass হলে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re-render → child automatically re-render হতে পারে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শুধু diffing algorithm ব্যবহার করে প্রয়োজনীয় DOM parts update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0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memo কী?</a:t>
            </a:r>
            <a:endParaRPr sz="3000"/>
          </a:p>
        </p:txBody>
      </p:sp>
      <p:sp>
        <p:nvSpPr>
          <p:cNvPr id="305" name="Google Shape;305;p50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React.memo হলো একটি higher-order component যা functional component-কে wrap করে, যাতে component শুধুমাত্র তার props change হলে re-render হয়। এটি performance optimization এর জন্য ব্যবহার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 re-render কমায়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Props unchanged হলে previous render result reuse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Similar to PureComponent for class components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Key prop কেন দরকার?</a:t>
            </a:r>
            <a:endParaRPr sz="3000"/>
          </a:p>
        </p:txBody>
      </p:sp>
      <p:sp>
        <p:nvSpPr>
          <p:cNvPr id="311" name="Google Shape;311;p51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prop React-এ list rendering-এর সময় প্রতিটি element-কে uniquely identify করতে ব্যবহৃত হয়, যাতে Virtual DOM diffing process efficient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List items unique identification পায় → proper re-render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Without key → React re-re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ders whole list unnecessarily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should be unique and stable, index use only as last resort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Index as key কেন bad practice?</a:t>
            </a:r>
            <a:endParaRPr sz="3000"/>
          </a:p>
        </p:txBody>
      </p:sp>
      <p:sp>
        <p:nvSpPr>
          <p:cNvPr id="317" name="Google Shape;317;p52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Index as key bad practice কারণ list change হলে React ভুল element update করতে পারে, যার ফলে UI bug ও performance issue তৈরি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Explanation: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key দিয়ে list item identify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Index ব্যবহার করলে item order change, delete বা insert হলে: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ধরে নেয় element একই আছে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 আসলে data change হয়ে যায় → wrong DOM reuse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Conditional rendering কী?</a:t>
            </a:r>
            <a:endParaRPr sz="3000"/>
          </a:p>
        </p:txBody>
      </p:sp>
      <p:sp>
        <p:nvSpPr>
          <p:cNvPr id="323" name="Google Shape;323;p53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Conditional rendering হলো React-এ condition অনুযায়ী component বা JSX render করা। অর্থাৎ, নির্দিষ্ট condition true হলে এক ধরনের UI, false হলে অন্য ধরনের UI দেখানো।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condition ব্যবহার করে JSX render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UI dynamically change করা যায় user state অনুযায়ী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Lazy loading in React</a:t>
            </a:r>
            <a:endParaRPr sz="3000"/>
          </a:p>
        </p:txBody>
      </p:sp>
      <p:sp>
        <p:nvSpPr>
          <p:cNvPr id="329" name="Google Shape;329;p5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Lazy loading হলো technique যেখানে component বা module তখনই load হয় যখন সেটার প্রয়োজন হয় — initial bundle size কমে এবং app fast load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React.lazy() দিয়ে component dynamically import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Suspense fallback UI দেখানোর জন্য ব্যবহৃত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performance &amp; reduces initial load time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Code splitting কী?</a:t>
            </a:r>
            <a:endParaRPr sz="3000"/>
          </a:p>
        </p:txBody>
      </p:sp>
      <p:sp>
        <p:nvSpPr>
          <p:cNvPr id="335" name="Google Shape;335;p5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splitting হলো technique যেখানে large JavaScript bundle কে ছোট ছোট chunks-এ ভাগ করা হয়, যাতে প্রয়োজন অনুযায়ী code load হয় এবং initial load time কমে।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page load speed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Unused code initiall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y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load হয়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React.lazy + dynamic import ব্যবহার করে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React.Fragment কী?</a:t>
            </a:r>
            <a:endParaRPr sz="3000"/>
          </a:p>
        </p:txBody>
      </p:sp>
      <p:sp>
        <p:nvSpPr>
          <p:cNvPr id="341" name="Google Shape;341;p56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React.Fragment ব্যবহার করা হয় multiple JSX elements wrap করার জন্য, কিন্তু DOM-এ extra node না যোগ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DOM-এ কোনো অতিরিক্ত &lt;div&gt; তৈরি করে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 HTML structure বজায় রাখে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Shorthand syntax: &lt;&gt; ... &lt;/&gt;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StrictMode কী?</a:t>
            </a:r>
            <a:endParaRPr sz="3000"/>
          </a:p>
        </p:txBody>
      </p:sp>
      <p:sp>
        <p:nvSpPr>
          <p:cNvPr id="347" name="Google Shape;347;p57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React.StrictMode হলো একটি development-only tool যা React app-এ potential problems ও bad practices detect করতে সাহায্য করে। এটি production build-এ কোনো effect ফেলে না।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Deprecated lifecycle methods warn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Unsafe side effects detect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Component render দুইবার call করে (development only)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Helps write future-proof code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Hydration কী?</a:t>
            </a:r>
            <a:endParaRPr sz="3000"/>
          </a:p>
        </p:txBody>
      </p:sp>
      <p:sp>
        <p:nvSpPr>
          <p:cNvPr id="353" name="Google Shape;353;p5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Hydration হলো Server-Side Rendering (SSR) এর পরে browser-এ already rendered HTML-এর সাথে React event listeners ও state attach করার process।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Server HTML পাঠায় → fast first paint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সেই HTML-কে React interactive করে তোলে → hydration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Without hydration → page static থাকবে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Controlled form কী?</a:t>
            </a:r>
            <a:endParaRPr sz="3000"/>
          </a:p>
        </p:txBody>
      </p:sp>
      <p:sp>
        <p:nvSpPr>
          <p:cNvPr id="359" name="Google Shape;359;p59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form হলো এমন React form যেখানে input value React state দিয়ে manage করা হয়। অর্থাৎ form element-এর value component state-এর সাথে bind থাকে।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value value prop দিয়ে state control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onChange handler দিয়ে state update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Predictable &amp; validation সহজ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0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onChange কীভাবে কাজ করে?</a:t>
            </a:r>
            <a:endParaRPr sz="3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000"/>
          </a:p>
        </p:txBody>
      </p:sp>
      <p:sp>
        <p:nvSpPr>
          <p:cNvPr id="365" name="Google Shape;365;p60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onChange হলো React event handler যা form input বা textarea-এর value change হওয়ার সময় trigger হয় এবং সাধারণত state update করার জন্য ব্যবহার করা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value React state-এর সাথে bind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input পরিবর্তনের সাথে সাথে function execute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components-এ ব্যবহার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Form validation কীভাবে করো?</a:t>
            </a:r>
            <a:endParaRPr sz="3000"/>
          </a:p>
        </p:txBody>
      </p:sp>
      <p:sp>
        <p:nvSpPr>
          <p:cNvPr id="371" name="Google Shape;371;p61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form validation করা যায় input value check করে এবং state বা error message update করে, যাতে user invalid data submit না করতে পারে।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component ব্যবহার করে input values state-এ রাখা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Validation logic onChange বা onSubmit এ implement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Error messages dynamically show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Libraries যেমন Formik বা React Hook Form ব্যবহার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Synthetic event কী?</a:t>
            </a:r>
            <a:endParaRPr sz="3000"/>
          </a:p>
        </p:txBody>
      </p:sp>
      <p:sp>
        <p:nvSpPr>
          <p:cNvPr id="377" name="Google Shape;377;p62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Synthetic Event হলো React-এর wrapper যা browser-এর native events-এর উপর ভিত্তি করে তৈরি, এবং এটি cross-browser compatibility ও performance optimization দেয়।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All React events are Synthetic Events → e.g., onClick, onChange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Works identically acr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ss all browsers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Provides consistent API → e.preventDefault(), e.stopPropagation()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Automatically pooled for performance (event object reused)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Event handling in React</a:t>
            </a:r>
            <a:endParaRPr sz="3000"/>
          </a:p>
        </p:txBody>
      </p:sp>
      <p:sp>
        <p:nvSpPr>
          <p:cNvPr id="383" name="Google Shape;383;p63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event handling হলো user actions (click, change, submit ইত্যাদি) manage করার process, যেখানে events JSX-এ function pass করে handle করা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names camelCase use করা হয় → onClick, onChange, onSubmit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handler function JSX-এ pass করা হয় → {handleClick}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Synthetic Events ব্যবহার হয় → cross-browser support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Inline function, method, বা arrow function সবই use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preventDefault ব্যবহার কেন?</a:t>
            </a:r>
            <a:endParaRPr sz="3000"/>
          </a:p>
        </p:txBody>
      </p:sp>
      <p:sp>
        <p:nvSpPr>
          <p:cNvPr id="389" name="Google Shape;389;p6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preventDefault() ব্যবহার করা হয় browser-এর default behavior prevent করার জন্য, যাতে React-এ custom behavior handle করা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Commonly form submit, link click, scroll, context menu events এ ব্যবহার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Prevents full page relo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 on form submission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Allows React to handle events programmatically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Two-way binding কী?</a:t>
            </a:r>
            <a:endParaRPr sz="3000"/>
          </a:p>
        </p:txBody>
      </p:sp>
      <p:sp>
        <p:nvSpPr>
          <p:cNvPr id="395" name="Google Shape;395;p6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Two-way binding হলো এমন process যেখানে UI element এবং component state একে অপরের সাথে sync থাকে — state change হলে UI update হয় এবং UI change হলে state update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two-way binding mainly form inputs-এ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component ব্যবহার করে achieve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ও UI একে অপরের সাথে always synchronized থাকে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Checkbox handle কীভাবে করো?</a:t>
            </a:r>
            <a:endParaRPr sz="3000"/>
          </a:p>
        </p:txBody>
      </p:sp>
      <p:sp>
        <p:nvSpPr>
          <p:cNvPr id="401" name="Google Shape;401;p66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checkbox handle করার জন্য controlled component ব্যবহার করা হয়, যেখানে checkbox-এর checked value state দ্বারা control হয় এবং onChange event দিয়ে update করা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Checkbox value boolean → checked prop use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onChange event update করে state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Multiple checkboxes handle করতে array of values use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File upload কীভাবে করো?</a:t>
            </a:r>
            <a:endParaRPr sz="3000"/>
          </a:p>
        </p:txBody>
      </p:sp>
      <p:sp>
        <p:nvSpPr>
          <p:cNvPr id="407" name="Google Shape;407;p67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file upload করতে input element-এর type="file" use করা হয় এবং onChange event দিয়ে file capture করে state বা FormData-এর মাধ্যমে server-এ পাঠানো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type must be file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e.target.files থেকে file access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FormData ব্যবহার করে backend-এ send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Controlled component দিয়ে preview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Multiple input handle করার pattern</a:t>
            </a:r>
            <a:endParaRPr sz="3000"/>
          </a:p>
        </p:txBody>
      </p:sp>
      <p:sp>
        <p:nvSpPr>
          <p:cNvPr id="413" name="Google Shape;413;p6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multiple input field handle করার জন্য controlled components pattern use করা হয়, যেখানে সব input values একটি state object-এ রাখা হয় এবং onChange event generic handler দিয়ে update করা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 onChange handler for all inputs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Input name attribute use করে state key identify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object dynamically update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Router কী?</a:t>
            </a:r>
            <a:endParaRPr sz="3000"/>
          </a:p>
        </p:txBody>
      </p:sp>
      <p:sp>
        <p:nvSpPr>
          <p:cNvPr id="419" name="Google Shape;419;p69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Router হলো একটি library যা React application-এ client-side routing enable করে, অর্থাৎ page reload ছাড়া different components বা views navigate করা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 Page Application (SPA) behavior support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URL change হলে 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eact app re-render হয় না, শুধুমাত্র matching component render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react-router-dom package commonly used for web apps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Provides components like &lt;BrowserRouter&gt;, &lt;Routes&gt;, &lt;Route&gt;, &lt;Link&gt;, &lt;Navigate&gt;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0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useParams কী?</a:t>
            </a:r>
            <a:endParaRPr sz="3000"/>
          </a:p>
        </p:txBody>
      </p:sp>
      <p:sp>
        <p:nvSpPr>
          <p:cNvPr id="425" name="Google Shape;425;p70"/>
          <p:cNvSpPr txBox="1"/>
          <p:nvPr/>
        </p:nvSpPr>
        <p:spPr>
          <a:xfrm>
            <a:off x="497850" y="1282000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useParams হলো React Router Hook যা URL path-এর dynamic parameters access করতে ব্যবহার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components-এ route parameters read করার জন্য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an object containing all URL params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Often used for dynamic routes like /user/:id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useNavigate কী?</a:t>
            </a:r>
            <a:endParaRPr sz="3000"/>
          </a:p>
        </p:txBody>
      </p:sp>
      <p:sp>
        <p:nvSpPr>
          <p:cNvPr id="431" name="Google Shape;431;p71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useNavigate হলো React Router Hook যা programmatically route change করতে ব্যবহার হয়, অর্থাৎ user action বা logic অনুযায়ী navigation করা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component-এ route change করতে ব্যবহার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Similar to history.push in older versions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navigate forward, backward, or replace current route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Protected route কী?</a:t>
            </a:r>
            <a:endParaRPr sz="3000"/>
          </a:p>
        </p:txBody>
      </p:sp>
      <p:sp>
        <p:nvSpPr>
          <p:cNvPr id="437" name="Google Shape;437;p72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Protected Route হলো এমন route যা শুধুমাত্র authenticated users access করতে পারে; unauthorized users অন্য page বা login page-এ redirect করা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authentication বা role check করে route access control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Router-এ custom component wrapper তৈরি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Security ও UX উভয় improve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Nested routing</a:t>
            </a:r>
            <a:endParaRPr sz="3000"/>
          </a:p>
        </p:txBody>
      </p:sp>
      <p:sp>
        <p:nvSpPr>
          <p:cNvPr id="443" name="Google Shape;443;p7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Nested routing হলো React Router-এ একটি route-এর ভিতরে অন্য route define করা, যাতে hierarchical বা multi-level UI structure create করা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route render করে child route placeholder → &lt;Outlet /&gt;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Allows multi-level components structure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 URL structure &amp; component separation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Dynamic routing</a:t>
            </a:r>
            <a:endParaRPr sz="3000"/>
          </a:p>
        </p:txBody>
      </p:sp>
      <p:sp>
        <p:nvSpPr>
          <p:cNvPr id="449" name="Google Shape;449;p74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routing হলো route structure run-time এ create করা বা route parameters ব্যবহার করে component render করা, অর্থাৎ URLs runtime data অনুযায়ী decide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Route parameters দিয়ে dynamic content load করা যায় → /user/:id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useParams ব্যবহার করে parameter access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 user profiles, product pages, blogs ইত্যাদি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NavLink কী?</a:t>
            </a:r>
            <a:endParaRPr sz="3000"/>
          </a:p>
        </p:txBody>
      </p:sp>
      <p:sp>
        <p:nvSpPr>
          <p:cNvPr id="455" name="Google Shape;455;p75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NavLink হলো React Router component যা navigation link তৈরি করে এবং automatically active class বা styling apply করে যখন link-এর path current URL-এর সাথে match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NavLink is similar to Link but adds active styling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className বা style function ব্যবহার করে active state customize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 navigation menus highlighting current page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404 route কীভাবে handle করো?</a:t>
            </a:r>
            <a:endParaRPr sz="3000"/>
          </a:p>
        </p:txBody>
      </p:sp>
      <p:sp>
        <p:nvSpPr>
          <p:cNvPr id="461" name="Google Shape;461;p76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404 route হলো এমন route যা তখন render হয় যখন user যে URL access করে তা কোনো existing route-এর সাথে match করে না। React Router-এ এটা catch-all route দিয়ে handle করা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Always last route হিসেবে define করা উচিত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path="*" use করা হয় unmatched URLs handle করার জন্য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User-friendly “Page Not Found” message দেখানো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Lifting state up কী?</a:t>
            </a:r>
            <a:endParaRPr sz="3000"/>
          </a:p>
        </p:txBody>
      </p:sp>
      <p:sp>
        <p:nvSpPr>
          <p:cNvPr id="467" name="Google Shape;467;p77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Lifting state up হলো process যেখানে shared state parent component-এ move করা হয়, যাতে multiple child components একই state access ও update করতে পারে।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দুই বা ততোধিক chi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 components-এর মধ্যে data share করতে use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Parent state pass হয় props-এর মাধ্যমে child-এ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Child থেকে state update করতে parent-এ function pass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Context API কী?</a:t>
            </a:r>
            <a:endParaRPr sz="3000"/>
          </a:p>
        </p:txBody>
      </p:sp>
      <p:sp>
        <p:nvSpPr>
          <p:cNvPr id="473" name="Google Shape;473;p78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 API হলো React-এর built-in feature যা component tree-এর মধ্যে props drilling ছাড়াই global state বা data share করতে সাহায্য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Shared data provide করার জন্য – theme, auth, language, etc.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Avoids passing props through multiple intermediate components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Uses React.createContext(), &lt;Provider&gt; এবং useContext()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Context vs Redux</a:t>
            </a:r>
            <a:endParaRPr sz="3000"/>
          </a:p>
        </p:txBody>
      </p:sp>
      <p:sp>
        <p:nvSpPr>
          <p:cNvPr id="479" name="Google Shape;479;p79"/>
          <p:cNvSpPr txBox="1"/>
          <p:nvPr/>
        </p:nvSpPr>
        <p:spPr>
          <a:xfrm>
            <a:off x="497850" y="1282000"/>
            <a:ext cx="79032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 API এবং Redux দুইটাই state management এর জন্য ব্যবহৃত হয়, কিন্তু purpose ও scale ভিন্ন।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 API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Lightweight, built-in React feature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Mainly small-to-medium apps বা theme, auth, language type global state এর জন্য ভালো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Simple state management এবং props drilling avoid করতে use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middleware, basic state update logic only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Redux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External library, scalable for large apps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Centralized store, predictable state management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Middleware support (Redux Thunk, Saga) → async operations manage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Suitable for complex apps with multiple modules and shared state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0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Redux কী?</a:t>
            </a:r>
            <a:endParaRPr sz="3000"/>
          </a:p>
        </p:txBody>
      </p:sp>
      <p:sp>
        <p:nvSpPr>
          <p:cNvPr id="485" name="Google Shape;485;p80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Redux হলো একটি predictable state management library যা React বা অন্য JavaScript apps-এ centralized state store provide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 source of truth → সব state এক জায়গায় থাকে (store)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is read-only → শুধু actions dispatch করে update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Pure functions (reducers) handle state updates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Helps manage complex &amp; large-scale application state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Redux flow explain</a:t>
            </a:r>
            <a:endParaRPr sz="3000"/>
          </a:p>
        </p:txBody>
      </p:sp>
      <p:sp>
        <p:nvSpPr>
          <p:cNvPr id="491" name="Google Shape;491;p81"/>
          <p:cNvSpPr txBox="1"/>
          <p:nvPr/>
        </p:nvSpPr>
        <p:spPr>
          <a:xfrm>
            <a:off x="497850" y="1282000"/>
            <a:ext cx="7903200" cy="3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Redux-এর flow হলো একটিমাত্র centralized state (store) থেকে data manage করার structured pattern, যাতে state predictable ও maintainable থাকে।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Step-by-Step Flow: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Store:Single source of truth,Holds the entire app state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Action: Plain JavaScript object describing what happened, Must have a type property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Dispatch: Function used to send action to the store, Triggers state update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Reducer: Pure function: (state, action) =&gt; newState, Calculates new state based on current state and action, Returns updated state without mutating previous state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Update &amp; Subscriber: Store updates state via reducer,  Components subscribed to store get new state → UI re-render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Action কী?</a:t>
            </a:r>
            <a:endParaRPr sz="3000"/>
          </a:p>
        </p:txBody>
      </p:sp>
      <p:sp>
        <p:nvSpPr>
          <p:cNvPr id="497" name="Google Shape;497;p82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Action হলো একটি plain JavaScript object যা state-এ কী পরিবর্তন ঘটবে তা describe করে। এটি state update করার trigger।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Must have a type property (string) → describes the action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have optional payload → extra data needed for update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Dispatched to store → handled by reducer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8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Reducer কী?</a:t>
            </a:r>
            <a:endParaRPr sz="3000"/>
          </a:p>
        </p:txBody>
      </p:sp>
      <p:sp>
        <p:nvSpPr>
          <p:cNvPr id="503" name="Google Shape;503;p8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Reducer হলো একটি pure function যা Redux store-এর state এবং dispatched action অনুযায়ী নতুন state return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Pure function → side-effects নেই, same input → same output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Accepts state and action as arguments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new state (never mutate old state)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Determines how state changes in response to an action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Store কী?</a:t>
            </a:r>
            <a:endParaRPr sz="3000"/>
          </a:p>
        </p:txBody>
      </p:sp>
      <p:sp>
        <p:nvSpPr>
          <p:cNvPr id="509" name="Google Shape;509;p84"/>
          <p:cNvSpPr txBox="1"/>
          <p:nvPr/>
        </p:nvSpPr>
        <p:spPr>
          <a:xfrm>
            <a:off x="497850" y="1282000"/>
            <a:ext cx="7903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Store হলো centralized object যা পুরো application state ধরে রাখে এবং state access, update এবং subscription manage করার জন্য ব্যবহৃত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Single source of truth → সব state এক জায়গায় থাকে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Provides methods: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getState() → current state access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dispatch(action) → action trigger করে state update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subscribe(listener) → state change হলে callback run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update শুধু dispatch + reducer route-এর মাধ্যমে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Middleware কী?</a:t>
            </a:r>
            <a:endParaRPr sz="3000"/>
          </a:p>
        </p:txBody>
      </p:sp>
      <p:sp>
        <p:nvSpPr>
          <p:cNvPr id="515" name="Google Shape;515;p85"/>
          <p:cNvSpPr txBox="1"/>
          <p:nvPr/>
        </p:nvSpPr>
        <p:spPr>
          <a:xfrm>
            <a:off x="497850" y="1282000"/>
            <a:ext cx="7903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Middleware হলো function যা Redux-এর dispatch process-এর মধ্যে execute হয় এবং action process হওয়ার আগে বা পরে custom logic add করার সুযোগ দেয়।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Intercepts actions before they reach the reducer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Logging (redux-logger)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operations (redux-thunk, redux-saga)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Analytics, error reporting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Enhances store without changing core reducer logic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API call কোথায় করো?</a:t>
            </a:r>
            <a:endParaRPr sz="3000"/>
          </a:p>
        </p:txBody>
      </p:sp>
      <p:sp>
        <p:nvSpPr>
          <p:cNvPr id="521" name="Google Shape;521;p86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API call করা হয় component lifecycle বা side-effect context-এ, সাধারণত useEffect hook-এর ভিতরে, যাতে data fetch করা যায় component render হওয়ার পরে।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components → useEffect hook use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Class components → componentDidMount lifecycle method use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call করে state update করা হয় → UI automatically re-render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calling API directly inside render function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Axios vs fetch</a:t>
            </a:r>
            <a:endParaRPr sz="3000"/>
          </a:p>
        </p:txBody>
      </p:sp>
      <p:sp>
        <p:nvSpPr>
          <p:cNvPr id="527" name="Google Shape;527;p87"/>
          <p:cNvSpPr txBox="1"/>
          <p:nvPr/>
        </p:nvSpPr>
        <p:spPr>
          <a:xfrm>
            <a:off x="497850" y="1282000"/>
            <a:ext cx="79032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Axios এবং Fetch উভয়ই HTTP requests করার জন্য ব্যবহৃত হয়, কিন্তু তাদের মধ্যে কিছু key differences আছে।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Fetch API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Built-in browser API → no installation needed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Promise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Needs manual conversion of response → .json()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Error handling: only network errors trigger catch, HTTP errors (404, 500) need manual check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Axios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External library → install via npm (npm install axios)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response data directly (res.data)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Automatically converts JSON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Handles HTTP errors automatically → triggers catch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Supports features: request/response interceptors, timeout, cancel request, client-side protection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8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Loading state কীভাবে handle করো?</a:t>
            </a:r>
            <a:endParaRPr sz="3000"/>
          </a:p>
        </p:txBody>
      </p:sp>
      <p:sp>
        <p:nvSpPr>
          <p:cNvPr id="533" name="Google Shape;533;p88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loading state ব্যবহার করা হয় যখন API call বা asynchronous operation চলছে, যাতে user-কে UI-এ loading indicator দেখানো যায় এবং proper feedback দেওয়া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State variable declare করা হয় → isLoading বা loading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API call শুরু হওয়ার আগে loading = true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API response আসার পরে loading = false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Conditional rendering দিয়ে spinner বা message show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89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Error handling কীভাবে করো?</a:t>
            </a:r>
            <a:endParaRPr sz="3000"/>
          </a:p>
        </p:txBody>
      </p:sp>
      <p:sp>
        <p:nvSpPr>
          <p:cNvPr id="539" name="Google Shape;539;p89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error handle করা হয় asynchronous operations বা component rendering-এর সময়, যাতে user-friendly message দেখানো যায় এবং app crash না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operations (API calls) → try-catch বা .catch() use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variable declare করা হয় → error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Conditional rendering দিয়ে error message display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Optional: Error Boundaries use করে component-level runtime errors catch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0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Error handling কীভাবে করো?</a:t>
            </a:r>
            <a:endParaRPr sz="3000"/>
          </a:p>
        </p:txBody>
      </p:sp>
      <p:sp>
        <p:nvSpPr>
          <p:cNvPr id="545" name="Google Shape;545;p90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error handle করা হয় asynchronous operations বা component rendering-এর সময়, যাতে user-friendly message দেখানো যায় এবং app crash না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operations (API calls) → try-catch বা .catch() use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variable declare করা হয় → error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Conditional rendering দিয়ে error message display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Optional: Error Boundaries use করে component-level runtime errors catch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1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useEffect with API</a:t>
            </a:r>
            <a:endParaRPr sz="3000"/>
          </a:p>
        </p:txBody>
      </p:sp>
      <p:sp>
        <p:nvSpPr>
          <p:cNvPr id="551" name="Google Shape;551;p91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useEffect ব্যবহার করা হয় component mount হওয়ার পরে API call করতে, যাতে asynchronous data fetch করে state update করা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useEffect runs after the first render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Empty dependency array [] → ensures API call runs once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 variables manage data, loading, error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 cleanup function for aborting fetch or cancelling subscriptions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2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Debounce in React</a:t>
            </a:r>
            <a:endParaRPr sz="3000"/>
          </a:p>
        </p:txBody>
      </p:sp>
      <p:sp>
        <p:nvSpPr>
          <p:cNvPr id="557" name="Google Shape;557;p92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Debounce হলো technique যা rapid-fire events (যেমন typing, scrolling) handle করার সময় function execution delay করে, যাতে performance improve হয় এবং unnecessary state updates বা API calls avoid করা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Commonly used with input search, resize, scroll events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only executes after a specified delay of inactivity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Prevents excessive re-renders or API calls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Throttle in React</a:t>
            </a:r>
            <a:endParaRPr sz="3000"/>
          </a:p>
        </p:txBody>
      </p:sp>
      <p:sp>
        <p:nvSpPr>
          <p:cNvPr id="563" name="Google Shape;563;p93"/>
          <p:cNvSpPr txBox="1"/>
          <p:nvPr/>
        </p:nvSpPr>
        <p:spPr>
          <a:xfrm>
            <a:off x="497850" y="128200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Throttle হলো technique যা rapid-fire events (যেমন scroll, resize, mousemove) handle করার সময় function execution একটি fixed interval-এ সীমাবদ্ধ করে, যাতে performance improve হয় এবং function খুব frequent call না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executes at most once every specified interval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 scroll, resize, mousemove, or button clicks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Prevents performance issues caused by too many event triggers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4"/>
          <p:cNvSpPr txBox="1"/>
          <p:nvPr>
            <p:ph idx="4" type="title"/>
          </p:nvPr>
        </p:nvSpPr>
        <p:spPr>
          <a:xfrm>
            <a:off x="497850" y="248338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XSS in React কীভাবে prevent করো?</a:t>
            </a:r>
            <a:endParaRPr sz="3000"/>
          </a:p>
        </p:txBody>
      </p:sp>
      <p:sp>
        <p:nvSpPr>
          <p:cNvPr id="569" name="Google Shape;569;p94"/>
          <p:cNvSpPr txBox="1"/>
          <p:nvPr/>
        </p:nvSpPr>
        <p:spPr>
          <a:xfrm>
            <a:off x="497850" y="819363"/>
            <a:ext cx="7903200" cy="4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XSS (Cross-Site Scripting) হলো security vulnerability যেখানে attacker malicious script inject করে, এবং React কিছু built-in protection এবং best practices follow করলে XSS prevent করা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escapes content by default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automatically escapes strings → prevents HTML/script injection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Example: &lt;div&gt;{userInput}&lt;/div&gt; is safe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dangerouslySetInnerHTML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use if content is trusted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Otherwise, attacker code can execute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Validate &amp; sanitize user input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Libraries like DOMPurify ব্যবহার করে HTML sanitize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safe APIs for external content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directly injecting untrusted HTML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9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dangerouslySetInnerHTML কেন dangerous?</a:t>
            </a:r>
            <a:endParaRPr sz="3000"/>
          </a:p>
        </p:txBody>
      </p:sp>
      <p:sp>
        <p:nvSpPr>
          <p:cNvPr id="575" name="Google Shape;575;p95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dangerouslySetInnerHTML dangerous কারণ এটি raw HTML inject করে DOM-এ, যা malicious scripts (XSS) execute হওয়ার সুযোগ দেয় যদি content untrusted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normally escapes content → prevents XSS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dangerouslySetInnerHTML bypasses this protection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use with trusted or sanitized HTML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Name itself “dangerous” → warning to developers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9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Environment variable ব্যবহার কীভাবে করো?</a:t>
            </a:r>
            <a:endParaRPr sz="3000"/>
          </a:p>
        </p:txBody>
      </p:sp>
      <p:sp>
        <p:nvSpPr>
          <p:cNvPr id="581" name="Google Shape;581;p96"/>
          <p:cNvSpPr txBox="1"/>
          <p:nvPr/>
        </p:nvSpPr>
        <p:spPr>
          <a:xfrm>
            <a:off x="497850" y="128200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 environment variables ব্যবহার করা হয় app-এ sensitive বা environment-specific data (API URLs, keys, feature flags) separate করার জন্য।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Environment variables must start with REACT_APP_ in React (create-react-app)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Stored in .env file at project root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Accessed in code via process.env.REACT_APP_VARIABLE_NAME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create different .env files for development, production, test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97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Build process কী?</a:t>
            </a:r>
            <a:endParaRPr sz="3000"/>
          </a:p>
        </p:txBody>
      </p:sp>
      <p:sp>
        <p:nvSpPr>
          <p:cNvPr id="587" name="Google Shape;587;p97"/>
          <p:cNvSpPr txBox="1"/>
          <p:nvPr/>
        </p:nvSpPr>
        <p:spPr>
          <a:xfrm>
            <a:off x="497850" y="823450"/>
            <a:ext cx="7903200" cy="40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React-এর build process হলো source code কে optimized, production-ready version-এ convert করার process, যাতে app fast এবং lightweight হয়।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Transpilation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JSX এবং modern JavaScript (ES6+) কে browser-compatible JavaScript-এ convert করা হয়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Babel ব্যবহার করা হয়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Bundling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Modules (JS, CSS, images) combine করে single/few files তৈরি করা হয়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Webpack বা Vite ব্যবহার করা হয়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Minification &amp; Optimization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Extra spaces, comments remove করা হয়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Variable names shrink করা হয়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Tree shaking → unused code remove করা হয়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Output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Production-ready static files → build/ folder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pace Grotesk"/>
              <a:buChar char="●"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Deployable on server or CDN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98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React.memo vs useMemo</a:t>
            </a:r>
            <a:endParaRPr sz="3000"/>
          </a:p>
        </p:txBody>
      </p:sp>
      <p:sp>
        <p:nvSpPr>
          <p:cNvPr id="593" name="Google Shape;593;p98"/>
          <p:cNvSpPr txBox="1"/>
          <p:nvPr/>
        </p:nvSpPr>
        <p:spPr>
          <a:xfrm>
            <a:off x="497850" y="823450"/>
            <a:ext cx="79032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React.memo এবং useMemo দুইটি performance optimization technique, কিন্তু context এবং purpose ভিন্ন।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React.memo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Higher-order component (HOC)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component wrap করে re-render avoid করে যদি props change না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Pure component behavior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Usage: Component-level optimization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useMemo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Hook, value memoization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Expensive calculation শুধুমাত্র dependency change হলে run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Usage: inside functional component → avoid unnecessary recomputation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99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SSR কী?</a:t>
            </a:r>
            <a:endParaRPr sz="3000"/>
          </a:p>
        </p:txBody>
      </p:sp>
      <p:sp>
        <p:nvSpPr>
          <p:cNvPr id="599" name="Google Shape;599;p99"/>
          <p:cNvSpPr txBox="1"/>
          <p:nvPr/>
        </p:nvSpPr>
        <p:spPr>
          <a:xfrm>
            <a:off x="497850" y="823450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SSR হলো process যেখানে React component-এর HTML content server-এ generate করা হয় এবং browser-এ পাঠানো হয়, যাতে page faster load হয় এবং SEO improve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Normally React apps are CSR (Client-Side Rendering) → browser renders components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 SSR, server renders initial HTML → user sees content faster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SEO because search engines get fully rendered HTML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 be implemented using frameworks like Next.js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0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CSR vs SSR</a:t>
            </a:r>
            <a:endParaRPr sz="3000"/>
          </a:p>
        </p:txBody>
      </p:sp>
      <p:sp>
        <p:nvSpPr>
          <p:cNvPr id="605" name="Google Shape;605;p100"/>
          <p:cNvSpPr txBox="1"/>
          <p:nvPr/>
        </p:nvSpPr>
        <p:spPr>
          <a:xfrm>
            <a:off x="497850" y="823450"/>
            <a:ext cx="79032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CSR (Client-Side Rendering) এবং SSR (Server-Side Rendering) দুটো React app render করার approach, কিন্তু workflow এবং benefits আলাদা।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CSR (Client-Side Rendering)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loads a minimal HTML file + JS bundle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JS executes in browser → renders components dynamically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Initial load slower, subsequent navigation fast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SEO challenging unless pre-render or hydration used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Typical React apps created with Create React App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SSR (Server-Side Rendering)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Server renders React components to HTML → sends fully rendered HTML to client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Initial page load faster → first content visible immediately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Better SEO → crawlers get full HTML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Requires server setup (Next.js, Express + React)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Hydration needed → React takes over for interactivity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1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React portal কী?</a:t>
            </a:r>
            <a:endParaRPr sz="3000"/>
          </a:p>
        </p:txBody>
      </p:sp>
      <p:sp>
        <p:nvSpPr>
          <p:cNvPr id="611" name="Google Shape;611;p101"/>
          <p:cNvSpPr txBox="1"/>
          <p:nvPr/>
        </p:nvSpPr>
        <p:spPr>
          <a:xfrm>
            <a:off x="497850" y="823450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Portal হলো একটি feature যা component-এর content DOM tree-এর parent hierarchy ছাড়াই অন্য DOM node-এ render করতে দেয়।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Normal React component parent DOM-এর ভিতরে render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Portal allows rendering outside the parent DOM node, e.g., modals, tooltips, dropdowns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Maintains React context &amp; events, কিন্তু DOM position আলাদা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02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Error boundary কী?</a:t>
            </a:r>
            <a:endParaRPr sz="3000"/>
          </a:p>
        </p:txBody>
      </p:sp>
      <p:sp>
        <p:nvSpPr>
          <p:cNvPr id="617" name="Google Shape;617;p102"/>
          <p:cNvSpPr txBox="1"/>
          <p:nvPr/>
        </p:nvSpPr>
        <p:spPr>
          <a:xfrm>
            <a:off x="497850" y="823450"/>
            <a:ext cx="7903200" cy="3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Error Boundary হলো একটি React component যা child components-এর runtime errors catch করে এবং app crash না হয়ে fallback UI display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class components can be Error Boundaries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Catches errors during: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Rendering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Lifecycle methods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Constructors of child components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Cannot catch errors in: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handlers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Asynchronous cod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(promises, setTimeout)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Provides graceful UI fallback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03"/>
          <p:cNvSpPr txBox="1"/>
          <p:nvPr>
            <p:ph idx="4" type="title"/>
          </p:nvPr>
        </p:nvSpPr>
        <p:spPr>
          <a:xfrm>
            <a:off x="497850" y="25242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Production optimization steps</a:t>
            </a:r>
            <a:endParaRPr sz="3000"/>
          </a:p>
        </p:txBody>
      </p:sp>
      <p:sp>
        <p:nvSpPr>
          <p:cNvPr id="623" name="Google Shape;623;p103"/>
          <p:cNvSpPr txBox="1"/>
          <p:nvPr/>
        </p:nvSpPr>
        <p:spPr>
          <a:xfrm>
            <a:off x="497850" y="823450"/>
            <a:ext cx="79032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app production-ready করতে performance এবং bundle size improve করার জন্য কিছু optimization steps follow করা হয়।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Steps: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 for Production:Run npm run build → minified, optimized static files,  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Splitting: Split code into chunks → load only required JS per route, Use React.lazy + Suspense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Tree Shaking: Remove unused code automatically during build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React.memo &amp; useMemo / useCallback: Prevent unnecessary re-renders and expensive calculations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Lazy Loading Assets: Images, components, and routes load only when needed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Inline Functions / Objects in JSX: Prevents re-creation on every render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Optimize Images: Compress images → serve WebP / modern formats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Server-Side Rendering (SSR) or Static Generation (SSG): Improves first paint and SEO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CDN for Assets: Faster load times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Monitor &amp; Analyze Bundle Size: Tools: source-map-explorer, webpack-bundle-analyzer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Production Builds of React: Development build has warnings and extra checks → avoid in production</a:t>
            </a:r>
            <a:endParaRPr sz="9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